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65" r:id="rId4"/>
    <p:sldId id="266" r:id="rId5"/>
    <p:sldId id="267" r:id="rId6"/>
    <p:sldId id="257" r:id="rId7"/>
    <p:sldId id="258" r:id="rId8"/>
    <p:sldId id="26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74170-D740-4D75-B563-5E037DBDC092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A4199-3D8C-4751-A62E-05B2F10333A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923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A4199-3D8C-4751-A62E-05B2F10333A4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06367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A4199-3D8C-4751-A62E-05B2F10333A4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7958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63688-4601-AA6B-890F-3E79001EE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92A61-53C3-5E46-E0BF-CCDB933D6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A0119-BF0F-CE2E-BD59-83D81C33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19302-8BB4-E864-2D8F-65D0ADF6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332ED-C0A9-CF1C-CFEF-AF5AF71E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189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8C7-F436-392C-0A0D-5830412B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305EE-D2FE-6312-3720-1B591FDEF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EEF98-3A0D-0616-CB5F-5B482308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BEEE9-4CA9-180F-126E-D5D62DFD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F1209-6640-32B4-5BEB-E1010563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533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4798-AD4E-FA4F-BE34-35F6FF74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81D5D-8B80-4E14-4980-162E60975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96766-E546-6233-D202-C974AE86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4CEB7-2E76-9658-B008-961793D4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8B257-1493-DE9B-FE43-C02B849F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351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93F1-87EC-F2FD-275E-615FD324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BA646-1837-2CE6-746A-1B5AB1A19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D78D2-C820-77C4-B32F-7C30F9C19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61FE4-9405-DB3D-1C0F-E4FAB2C7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9E760-4F08-AE75-4452-62F63248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ECFE6-40CC-ACBF-405A-2CFAFF89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7140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DF61-506C-56F8-FE0E-D11A77C3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1BBC5-A6E3-17C9-D070-3921CCFDA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35641-E236-FB5B-8D53-C78294401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4B3F3-AF8B-C26E-E8AD-A8478334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8F0AC-C277-3F3C-E351-AEAA7209E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8290A-76CC-0112-3C9D-959DE2F2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C3AAE-4E2B-C971-C8F9-83A73428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91255C-62FD-655D-6CBF-994FEAA7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08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1B8B-5FF5-E9B9-5885-C63DE93E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82BA6-3424-70FF-16B9-400E12C44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DCACD-260E-3137-7821-2038005E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B4A9C-030B-74B0-BF95-48A8F743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8860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BEA30-C48F-B047-2AE4-15561C94F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9489B-20A3-FE47-728E-57936ACAA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66E97-D64A-7251-3800-8DBDA3A6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5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802D-017C-BE6F-D851-0FA096C6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91D76-2DAB-AD4F-B2C6-C338FAC35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221BA-7370-E0EA-9030-E2F781279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12F4B-948E-20E1-10F0-9DDF0B00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4112A-562A-0B50-9AFE-2E4A0857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FB978-3A3F-B41A-B439-37570584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844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30B5-4EDB-1419-FBDF-AA6138B66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F32C8-0396-A9B4-6B02-33591A8B3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3CA11-9CD6-C02E-6CD4-17913B64D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547C2-284D-0B40-04A6-7191EAF1F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E07D5-1A9E-BF54-DD12-CEC43278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CB395-A8C5-3CA4-E2F9-7D29DE381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32695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E474-B9CF-B01B-BEF5-C3BC91F0A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5EB62-22A7-AC74-A7E7-582AC5E6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D3839-F656-F72C-22BD-A796C33A3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45E36-9836-D269-D183-31F76632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7760-B34D-371C-49DE-0070693D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8087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4EFB6-8773-843E-8F3C-EDCD2FDD1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F5A714-87AC-EBEA-4371-882A6481A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A04AF-0ACF-0E28-EE39-3A46885C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799A2-B416-9BF0-9CB2-83E03953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2FEE8-F1CF-2075-46F3-DE22485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656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1EA66F-FD18-7B31-5AE9-300BBBAD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55332-6896-5C59-F5EB-082CADD4E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08D0C-BAA9-0840-4E66-FDE785349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4FAAE-1386-4BAF-A01C-A64419E98398}" type="datetimeFigureOut">
              <a:rPr lang="en-ZA" smtClean="0"/>
              <a:t>2025/12/04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58DEB-9BF7-F5B9-4492-F508229BE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95E39-25F9-AEFB-AEE0-D011FE25E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6822E-DA8D-4CF4-942D-6A35A818FD5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950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BCCA-9395-60AF-CC9D-587B510AA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4290" y="1373572"/>
            <a:ext cx="7358743" cy="897356"/>
          </a:xfrm>
        </p:spPr>
        <p:txBody>
          <a:bodyPr>
            <a:normAutofit fontScale="90000"/>
          </a:bodyPr>
          <a:lstStyle/>
          <a:p>
            <a:r>
              <a:rPr lang="en-ZA" b="1" dirty="0"/>
              <a:t>1. Python Introduction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58D55-BC49-0AC6-13B7-38C3C3C84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0720" y="1702899"/>
            <a:ext cx="9144000" cy="1655762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ZA" sz="2800" dirty="0"/>
              <a:t>What is Python?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ZA" sz="2800" dirty="0"/>
              <a:t>Why Python is popular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ZA" sz="2800" dirty="0"/>
              <a:t>Where Python is used for ?</a:t>
            </a:r>
          </a:p>
        </p:txBody>
      </p:sp>
    </p:spTree>
    <p:extLst>
      <p:ext uri="{BB962C8B-B14F-4D97-AF65-F5344CB8AC3E}">
        <p14:creationId xmlns:p14="http://schemas.microsoft.com/office/powerpoint/2010/main" val="819118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37BE-737F-A716-607B-D9BAA105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>
                <a:solidFill>
                  <a:srgbClr val="FF0000"/>
                </a:solidFill>
              </a:rPr>
              <a:t>Programming language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031B-EC32-E720-A7E5-9E40F135D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7840" cy="4351338"/>
          </a:xfrm>
        </p:spPr>
        <p:txBody>
          <a:bodyPr/>
          <a:lstStyle/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giving instructions to a computer to perform specific tasks. 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instructions are written in a </a:t>
            </a:r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computer can understand.</a:t>
            </a:r>
          </a:p>
          <a:p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is telling a computer what to do, step by step.</a:t>
            </a:r>
          </a:p>
        </p:txBody>
      </p:sp>
    </p:spTree>
    <p:extLst>
      <p:ext uri="{BB962C8B-B14F-4D97-AF65-F5344CB8AC3E}">
        <p14:creationId xmlns:p14="http://schemas.microsoft.com/office/powerpoint/2010/main" val="89695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879-29A5-DEBC-9F02-F9845F07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979040" cy="1001450"/>
          </a:xfrm>
        </p:spPr>
        <p:txBody>
          <a:bodyPr/>
          <a:lstStyle/>
          <a:p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programming languages</a:t>
            </a:r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E78DE-DF5E-7F8C-B385-43DCCAD7F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943" y="158446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ZA" b="1" dirty="0"/>
              <a:t>1.  High-Level Languages</a:t>
            </a:r>
            <a:endParaRPr lang="en-ZA" dirty="0"/>
          </a:p>
          <a:p>
            <a:pPr lvl="1"/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for humans to read and write.</a:t>
            </a:r>
          </a:p>
          <a:p>
            <a:pPr lvl="1"/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</a:t>
            </a:r>
            <a:r>
              <a:rPr lang="en-Z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Python, Java, C++</a:t>
            </a:r>
            <a:endParaRPr lang="en-Z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words and symbols closer to English.</a:t>
            </a:r>
          </a:p>
          <a:p>
            <a:pPr lvl="1"/>
            <a:r>
              <a:rPr lang="en-Z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 Python:</a:t>
            </a:r>
          </a:p>
          <a:p>
            <a:endParaRPr lang="en-Z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6A466D-AE5F-F6E3-957F-264124830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234" y="3333357"/>
            <a:ext cx="6539990" cy="305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09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F75B3-4C2E-8A0C-18C9-669BA195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07208"/>
            <a:ext cx="4572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ZA" sz="2200" b="1" dirty="0"/>
              <a:t>2. Low-Level Languages</a:t>
            </a:r>
            <a:endParaRPr lang="en-ZA" sz="2200" dirty="0"/>
          </a:p>
          <a:p>
            <a:pPr lvl="1"/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Closer to machine language, harder for humans to read.</a:t>
            </a:r>
          </a:p>
          <a:p>
            <a:pPr lvl="1"/>
            <a:r>
              <a:rPr lang="en-Z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</a:t>
            </a:r>
            <a:endParaRPr lang="en-ZA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used for hardware control.</a:t>
            </a:r>
          </a:p>
          <a:p>
            <a:endParaRPr lang="en-ZA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DD897-7011-0CF9-8368-4E80B934C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40624"/>
            <a:ext cx="6903720" cy="41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4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FE41B-4885-30FC-262C-637CA4E22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09" y="2936080"/>
            <a:ext cx="4946073" cy="3502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b="1" dirty="0"/>
              <a:t>1. Machine Language</a:t>
            </a:r>
            <a:endParaRPr lang="en-ZA" sz="2200" dirty="0"/>
          </a:p>
          <a:p>
            <a:pPr lvl="1"/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language a computer truly understands.</a:t>
            </a:r>
          </a:p>
          <a:p>
            <a:pPr lvl="1"/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of </a:t>
            </a:r>
            <a:r>
              <a:rPr lang="en-ZA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code (0s and 1s)</a:t>
            </a:r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ZA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hard for humans to write or read directly.</a:t>
            </a:r>
          </a:p>
          <a:p>
            <a:endParaRPr lang="en-ZA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17210-86BC-3051-23A5-DDF83B25A3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6" r="11888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04169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50B4-8CAE-6190-CCAD-CE6BDA1B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29" y="1226108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en-ZA" b="1" dirty="0">
                <a:solidFill>
                  <a:srgbClr val="FF0000"/>
                </a:solidFill>
              </a:rPr>
              <a:t>What is Python?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FA9E2-32FA-B242-7FCC-BD2377C9C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291" y="2085398"/>
            <a:ext cx="11109290" cy="4351338"/>
          </a:xfrm>
        </p:spPr>
        <p:txBody>
          <a:bodyPr/>
          <a:lstStyle/>
          <a:p>
            <a:pPr lvl="1"/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programming language.</a:t>
            </a:r>
          </a:p>
          <a:p>
            <a:pPr lvl="1"/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readability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development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 van Rossum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first released in </a:t>
            </a:r>
            <a:r>
              <a:rPr lang="en-ZA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ZA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clean, English-like syntax → easier to learn and write.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2403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E6F94-543F-22E4-BCF8-52867288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sz="4200" b="1" dirty="0"/>
              <a:t>Why Python is Popular</a:t>
            </a:r>
            <a:br>
              <a:rPr lang="en-ZA" sz="4200" b="1" dirty="0"/>
            </a:br>
            <a:endParaRPr lang="en-ZA" sz="42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7EB42-5855-8FF4-D106-E8C199E8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Easy to Learn &amp; Read</a:t>
            </a:r>
            <a:r>
              <a:rPr lang="en-ZA" sz="2200" dirty="0"/>
              <a:t> — beginner-friendly syntax</a:t>
            </a:r>
          </a:p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Large Standard Library</a:t>
            </a:r>
            <a:r>
              <a:rPr lang="en-ZA" sz="2200" dirty="0"/>
              <a:t> — tools for many tasks</a:t>
            </a:r>
          </a:p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Huge Community Support</a:t>
            </a:r>
            <a:r>
              <a:rPr lang="en-ZA" sz="2200" dirty="0"/>
              <a:t> — millions of users worldwide</a:t>
            </a:r>
          </a:p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Cross-platform</a:t>
            </a:r>
            <a:r>
              <a:rPr lang="en-ZA" sz="2200" dirty="0"/>
              <a:t> — runs on Windows, Mac, Linux</a:t>
            </a:r>
          </a:p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Rich Ecosystem</a:t>
            </a:r>
            <a:r>
              <a:rPr lang="en-ZA" sz="2200" dirty="0"/>
              <a:t> — powerful libraries like NumPy, Pandas, TensorFlow</a:t>
            </a:r>
          </a:p>
          <a:p>
            <a:pPr marL="0" indent="0">
              <a:buNone/>
            </a:pPr>
            <a:r>
              <a:rPr lang="en-ZA" sz="2200" dirty="0"/>
              <a:t>✔ </a:t>
            </a:r>
            <a:r>
              <a:rPr lang="en-ZA" sz="2200" b="1" dirty="0"/>
              <a:t>Fast Development</a:t>
            </a:r>
            <a:r>
              <a:rPr lang="en-ZA" sz="2200" dirty="0"/>
              <a:t> — ideal for prototypes and real-world applications</a:t>
            </a:r>
          </a:p>
          <a:p>
            <a:endParaRPr lang="en-ZA" sz="2200" dirty="0"/>
          </a:p>
        </p:txBody>
      </p:sp>
    </p:spTree>
    <p:extLst>
      <p:ext uri="{BB962C8B-B14F-4D97-AF65-F5344CB8AC3E}">
        <p14:creationId xmlns:p14="http://schemas.microsoft.com/office/powerpoint/2010/main" val="154385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37B1D6D5-A0CE-E790-C679-162AEA233A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91415-C925-D80E-7951-735F10092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63" y="661555"/>
            <a:ext cx="10778836" cy="26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8F92-8737-1E70-C777-DB6B6D384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ZA" b="1" dirty="0"/>
              <a:t>Where Python Is Used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2B59-510A-FA7C-C422-1748A4E06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ZA" b="1" dirty="0"/>
              <a:t>Artificial Intelligence &amp; Machine Learning</a:t>
            </a:r>
            <a:br>
              <a:rPr lang="en-ZA" dirty="0"/>
            </a:br>
            <a:r>
              <a:rPr lang="en-ZA" dirty="0"/>
              <a:t>– TensorFlow, </a:t>
            </a:r>
            <a:r>
              <a:rPr lang="en-ZA" dirty="0" err="1"/>
              <a:t>PyTorch</a:t>
            </a:r>
            <a:r>
              <a:rPr lang="en-ZA" dirty="0"/>
              <a:t>, Scikit-Learn</a:t>
            </a:r>
          </a:p>
          <a:p>
            <a:r>
              <a:rPr lang="en-ZA" b="1" dirty="0"/>
              <a:t>Data Science &amp; Analytics</a:t>
            </a:r>
            <a:br>
              <a:rPr lang="en-ZA" dirty="0"/>
            </a:br>
            <a:r>
              <a:rPr lang="en-ZA" dirty="0"/>
              <a:t>– Pandas, NumPy, Matplotlib</a:t>
            </a:r>
          </a:p>
          <a:p>
            <a:r>
              <a:rPr lang="en-ZA" b="1" dirty="0"/>
              <a:t>Web Development</a:t>
            </a:r>
            <a:br>
              <a:rPr lang="en-ZA" dirty="0"/>
            </a:br>
            <a:r>
              <a:rPr lang="en-ZA" dirty="0"/>
              <a:t>– Django, Flask, </a:t>
            </a:r>
            <a:r>
              <a:rPr lang="en-ZA" dirty="0" err="1"/>
              <a:t>FastAPI</a:t>
            </a:r>
            <a:endParaRPr lang="en-ZA" dirty="0"/>
          </a:p>
          <a:p>
            <a:r>
              <a:rPr lang="en-ZA" b="1" dirty="0"/>
              <a:t>Automation &amp; Scripting</a:t>
            </a:r>
            <a:br>
              <a:rPr lang="en-ZA" dirty="0"/>
            </a:br>
            <a:r>
              <a:rPr lang="en-ZA" dirty="0"/>
              <a:t>– Automate tasks, system scripts, bots</a:t>
            </a:r>
          </a:p>
          <a:p>
            <a:r>
              <a:rPr lang="en-ZA" b="1" dirty="0"/>
              <a:t>Software Development &amp; Testing</a:t>
            </a:r>
            <a:endParaRPr lang="en-ZA" dirty="0"/>
          </a:p>
          <a:p>
            <a:r>
              <a:rPr lang="en-ZA" b="1" dirty="0"/>
              <a:t>Cybersecurity</a:t>
            </a:r>
            <a:r>
              <a:rPr lang="en-ZA" dirty="0"/>
              <a:t>, </a:t>
            </a:r>
            <a:r>
              <a:rPr lang="en-ZA" b="1" dirty="0"/>
              <a:t>IoT</a:t>
            </a:r>
            <a:r>
              <a:rPr lang="en-ZA" dirty="0"/>
              <a:t>, </a:t>
            </a:r>
            <a:r>
              <a:rPr lang="en-ZA" b="1" dirty="0"/>
              <a:t>GIS</a:t>
            </a:r>
            <a:r>
              <a:rPr lang="en-ZA" dirty="0"/>
              <a:t>, and more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86088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63EB64-E91F-8692-EC22-7A694B5E1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94" y="206230"/>
            <a:ext cx="11807212" cy="644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219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5FDA7-8F6C-9C86-A22C-8BCCC1F3E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494"/>
            <a:ext cx="10515600" cy="1325563"/>
          </a:xfrm>
        </p:spPr>
        <p:txBody>
          <a:bodyPr/>
          <a:lstStyle/>
          <a:p>
            <a:r>
              <a:rPr lang="en-ZA" b="1" dirty="0"/>
              <a:t>2. Python Setup</a:t>
            </a:r>
            <a:br>
              <a:rPr lang="en-ZA" b="1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78D4-E394-4D52-1B4E-6C4C0B15A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6592"/>
            <a:ext cx="10515600" cy="4351338"/>
          </a:xfrm>
        </p:spPr>
        <p:txBody>
          <a:bodyPr/>
          <a:lstStyle/>
          <a:p>
            <a:pPr lvl="2"/>
            <a:r>
              <a:rPr lang="en-ZA" sz="3200" dirty="0"/>
              <a:t>Install Python 3</a:t>
            </a:r>
          </a:p>
          <a:p>
            <a:pPr lvl="2"/>
            <a:r>
              <a:rPr lang="en-ZA" sz="3200" dirty="0"/>
              <a:t>Install VS Code + Extensions</a:t>
            </a:r>
          </a:p>
          <a:p>
            <a:pPr lvl="2"/>
            <a:r>
              <a:rPr lang="en-ZA" sz="3200" dirty="0"/>
              <a:t>How to run Python files</a:t>
            </a:r>
          </a:p>
          <a:p>
            <a:pPr lvl="2"/>
            <a:r>
              <a:rPr lang="en-ZA" sz="3200" dirty="0"/>
              <a:t>Jupyter Notebook basics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60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4F67-3CC7-8CEC-B670-8EB245D1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4BF5-438B-7BDF-B992-54DD909D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5928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7354-6093-2F79-D1D0-D874A33B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2C7A-CEF6-BC30-92B0-E869CF1D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861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346</Words>
  <Application>Microsoft Office PowerPoint</Application>
  <PresentationFormat>Widescreen</PresentationFormat>
  <Paragraphs>48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1. Python Introduction </vt:lpstr>
      <vt:lpstr>Programming language</vt:lpstr>
      <vt:lpstr>Types of programming languages</vt:lpstr>
      <vt:lpstr>PowerPoint Presentation</vt:lpstr>
      <vt:lpstr>PowerPoint Presentation</vt:lpstr>
      <vt:lpstr>What is Python? </vt:lpstr>
      <vt:lpstr>Why Python is Popular </vt:lpstr>
      <vt:lpstr>PowerPoint Presentation</vt:lpstr>
      <vt:lpstr>Where Python Is Used </vt:lpstr>
      <vt:lpstr>PowerPoint Presentation</vt:lpstr>
      <vt:lpstr>2. Python Setup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Tadele  Melese</dc:creator>
  <cp:lastModifiedBy>Tadele  Melese</cp:lastModifiedBy>
  <cp:revision>3</cp:revision>
  <dcterms:created xsi:type="dcterms:W3CDTF">2025-11-30T18:27:19Z</dcterms:created>
  <dcterms:modified xsi:type="dcterms:W3CDTF">2025-12-03T18:18:15Z</dcterms:modified>
</cp:coreProperties>
</file>